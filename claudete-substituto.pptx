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node/.openclaw/workspace/brand-kit/illustrations/bg-dark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/tmp/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"/>
            <a:ext cx="2011680" cy="393192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48640" y="1554480"/>
            <a:ext cx="2560320" cy="347472"/>
          </a:xfrm>
          <a:prstGeom prst="rect">
            <a:avLst/>
          </a:prstGeom>
          <a:solidFill>
            <a:srgbClr val="0055FF"/>
          </a:solidFill>
          <a:ln w="12700">
            <a:solidFill>
              <a:srgbClr val="0055FF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548640" y="15544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Inteligência Artificial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548640" y="20116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64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 Claudete</a:t>
            </a:r>
            <a:endParaRPr lang="en-US" sz="5200" dirty="0"/>
          </a:p>
          <a:p>
            <a:pPr indent="0" marL="0">
              <a:lnSpc>
                <a:spcPts val="64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já substitui hoje</a:t>
            </a:r>
            <a:endParaRPr lang="en-US" sz="5200" dirty="0"/>
          </a:p>
        </p:txBody>
      </p:sp>
      <p:sp>
        <p:nvSpPr>
          <p:cNvPr id="7" name="Text 3"/>
          <p:cNvSpPr/>
          <p:nvPr/>
        </p:nvSpPr>
        <p:spPr>
          <a:xfrm>
            <a:off x="54864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CA0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· Desenvolvimento Júnior</a:t>
            </a:r>
            <a:endParaRPr lang="en-US" sz="2000" dirty="0"/>
          </a:p>
        </p:txBody>
      </p:sp>
      <p:sp>
        <p:nvSpPr>
          <p:cNvPr id="8" name="Shap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9" name="Text 5"/>
          <p:cNvSpPr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bloquo.io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node/.openclaw/workspace/brand-kit/illustrations/bg-light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/tmp/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"/>
            <a:ext cx="1645920" cy="3200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9144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34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Substituto de Marketing</a:t>
            </a:r>
            <a:endParaRPr lang="en-US" sz="3400" dirty="0"/>
          </a:p>
        </p:txBody>
      </p:sp>
      <p:sp>
        <p:nvSpPr>
          <p:cNvPr id="5" name="Shape 1"/>
          <p:cNvSpPr/>
          <p:nvPr/>
        </p:nvSpPr>
        <p:spPr>
          <a:xfrm>
            <a:off x="548640" y="1554480"/>
            <a:ext cx="914400" cy="54864"/>
          </a:xfrm>
          <a:prstGeom prst="rect">
            <a:avLst/>
          </a:prstGeom>
          <a:solidFill>
            <a:srgbClr val="0055FF"/>
          </a:solidFill>
          <a:ln w="12700">
            <a:solidFill>
              <a:srgbClr val="0055FF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548640" y="1828800"/>
            <a:ext cx="3291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2F4"/>
            </a:solidFill>
            <a:prstDash val="solid"/>
          </a:ln>
          <a:effectLst>
            <a:outerShdw sx="100000" sy="100000" kx="0" ky="0" algn="bl" rotWithShape="0" blurRad="76200" dist="25400" dir="16200000">
              <a:srgbClr val="23436F">
                <a:alpha val="8000"/>
              </a:srgbClr>
            </a:outerShdw>
          </a:effectLst>
        </p:spPr>
      </p:sp>
      <p:pic>
        <p:nvPicPr>
          <p:cNvPr id="7" name="Image 2" descr="/home/node/.openclaw/workspace/brand-kit/icons/file-text-accent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11680"/>
            <a:ext cx="365760" cy="3657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188720" y="199339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4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Criação de Conteúdo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731520" y="2395728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Posts LinkedIn, textos institucionais, newsletters, releases e copy para campanhas — em PT e EN</a:t>
            </a:r>
            <a:endParaRPr lang="en-US" sz="1000" dirty="0"/>
          </a:p>
        </p:txBody>
      </p:sp>
      <p:sp>
        <p:nvSpPr>
          <p:cNvPr id="10" name="Shape 5"/>
          <p:cNvSpPr/>
          <p:nvPr/>
        </p:nvSpPr>
        <p:spPr>
          <a:xfrm>
            <a:off x="4114800" y="1828800"/>
            <a:ext cx="3291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2F4"/>
            </a:solidFill>
            <a:prstDash val="solid"/>
          </a:ln>
          <a:effectLst>
            <a:outerShdw sx="100000" sy="100000" kx="0" ky="0" algn="bl" rotWithShape="0" blurRad="76200" dist="25400" dir="16200000">
              <a:srgbClr val="23436F">
                <a:alpha val="8000"/>
              </a:srgbClr>
            </a:outerShdw>
          </a:effectLst>
        </p:spPr>
      </p:sp>
      <p:pic>
        <p:nvPicPr>
          <p:cNvPr id="11" name="Image 3" descr="/home/node/.openclaw/workspace/brand-kit/icons/globe-accent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2011680"/>
            <a:ext cx="365760" cy="36576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754880" y="199339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4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 Sociais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4297680" y="2395728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Calendário editorial, legendas, hashtags, adaptação de linguagem por canal e por público</a:t>
            </a:r>
            <a:endParaRPr lang="en-US" sz="1000" dirty="0"/>
          </a:p>
        </p:txBody>
      </p:sp>
      <p:sp>
        <p:nvSpPr>
          <p:cNvPr id="14" name="Shape 8"/>
          <p:cNvSpPr/>
          <p:nvPr/>
        </p:nvSpPr>
        <p:spPr>
          <a:xfrm>
            <a:off x="7680960" y="1828800"/>
            <a:ext cx="3291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2F4"/>
            </a:solidFill>
            <a:prstDash val="solid"/>
          </a:ln>
          <a:effectLst>
            <a:outerShdw sx="100000" sy="100000" kx="0" ky="0" algn="bl" rotWithShape="0" blurRad="76200" dist="25400" dir="16200000">
              <a:srgbClr val="23436F">
                <a:alpha val="8000"/>
              </a:srgbClr>
            </a:outerShdw>
          </a:effectLst>
        </p:spPr>
      </p:sp>
      <p:pic>
        <p:nvPicPr>
          <p:cNvPr id="15" name="Image 4" descr="/home/node/.openclaw/workspace/brand-kit/icons/target-accent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2011680"/>
            <a:ext cx="365760" cy="36576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321040" y="199339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4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Posicionamento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7863840" y="2395728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de concorrentes, benchmarking de mercado, sugestão de mensagens-chave e diferenciais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548640" y="3429000"/>
            <a:ext cx="3291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2F4"/>
            </a:solidFill>
            <a:prstDash val="solid"/>
          </a:ln>
          <a:effectLst>
            <a:outerShdw sx="100000" sy="100000" kx="0" ky="0" algn="bl" rotWithShape="0" blurRad="76200" dist="25400" dir="16200000">
              <a:srgbClr val="23436F">
                <a:alpha val="8000"/>
              </a:srgbClr>
            </a:outerShdw>
          </a:effectLst>
        </p:spPr>
      </p:sp>
      <p:pic>
        <p:nvPicPr>
          <p:cNvPr id="19" name="Image 5" descr="/home/node/.openclaw/workspace/brand-kit/icons/bar-chart-accentBlu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611880"/>
            <a:ext cx="365760" cy="36576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188720" y="359359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4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Relatórios &amp; Dados</a:t>
            </a:r>
            <a:endParaRPr lang="en-US" sz="1200" dirty="0"/>
          </a:p>
        </p:txBody>
      </p:sp>
      <p:sp>
        <p:nvSpPr>
          <p:cNvPr id="21" name="Text 13"/>
          <p:cNvSpPr/>
          <p:nvPr/>
        </p:nvSpPr>
        <p:spPr>
          <a:xfrm>
            <a:off x="731520" y="3995928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Compilar métricas, resumos de performance, análise de tendências e insights acionáveis</a:t>
            </a:r>
            <a:endParaRPr lang="en-US" sz="1000" dirty="0"/>
          </a:p>
        </p:txBody>
      </p:sp>
      <p:sp>
        <p:nvSpPr>
          <p:cNvPr id="22" name="Shape 14"/>
          <p:cNvSpPr/>
          <p:nvPr/>
        </p:nvSpPr>
        <p:spPr>
          <a:xfrm>
            <a:off x="4114800" y="3429000"/>
            <a:ext cx="3291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2F4"/>
            </a:solidFill>
            <a:prstDash val="solid"/>
          </a:ln>
          <a:effectLst>
            <a:outerShdw sx="100000" sy="100000" kx="0" ky="0" algn="bl" rotWithShape="0" blurRad="76200" dist="25400" dir="16200000">
              <a:srgbClr val="23436F">
                <a:alpha val="8000"/>
              </a:srgbClr>
            </a:outerShdw>
          </a:effectLst>
        </p:spPr>
      </p:sp>
      <p:pic>
        <p:nvPicPr>
          <p:cNvPr id="23" name="Image 6" descr="/home/node/.openclaw/workspace/brand-kit/icons/rocket-accentBlu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7680" y="3611880"/>
            <a:ext cx="365760" cy="36576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4754880" y="359359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4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Campanhas &amp; Lançamentos</a:t>
            </a:r>
            <a:endParaRPr lang="en-US" sz="1200" dirty="0"/>
          </a:p>
        </p:txBody>
      </p:sp>
      <p:sp>
        <p:nvSpPr>
          <p:cNvPr id="25" name="Text 16"/>
          <p:cNvSpPr/>
          <p:nvPr/>
        </p:nvSpPr>
        <p:spPr>
          <a:xfrm>
            <a:off x="4297680" y="3995928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Briefings, cronogramas, scripts de vídeo, peças de apresentação e materiais de suporte</a:t>
            </a:r>
            <a:endParaRPr lang="en-US" sz="1000" dirty="0"/>
          </a:p>
        </p:txBody>
      </p:sp>
      <p:sp>
        <p:nvSpPr>
          <p:cNvPr id="26" name="Shape 17"/>
          <p:cNvSpPr/>
          <p:nvPr/>
        </p:nvSpPr>
        <p:spPr>
          <a:xfrm>
            <a:off x="7680960" y="3429000"/>
            <a:ext cx="3291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2F4"/>
            </a:solidFill>
            <a:prstDash val="solid"/>
          </a:ln>
          <a:effectLst>
            <a:outerShdw sx="100000" sy="100000" kx="0" ky="0" algn="bl" rotWithShape="0" blurRad="76200" dist="25400" dir="16200000">
              <a:srgbClr val="23436F">
                <a:alpha val="8000"/>
              </a:srgbClr>
            </a:outerShdw>
          </a:effectLst>
        </p:spPr>
      </p:sp>
      <p:pic>
        <p:nvPicPr>
          <p:cNvPr id="27" name="Image 7" descr="/home/node/.openclaw/workspace/brand-kit/icons/zap-accentBlu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3840" y="3611880"/>
            <a:ext cx="365760" cy="36576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8321040" y="359359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4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Sem Overhead</a:t>
            </a:r>
            <a:endParaRPr lang="en-US" sz="1200" dirty="0"/>
          </a:p>
        </p:txBody>
      </p:sp>
      <p:sp>
        <p:nvSpPr>
          <p:cNvPr id="29" name="Text 19"/>
          <p:cNvSpPr/>
          <p:nvPr/>
        </p:nvSpPr>
        <p:spPr>
          <a:xfrm>
            <a:off x="7863840" y="3995928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férias, sem sick days, sem onboarding. Entrega na hora, ajusta quantas vezes precisar</a:t>
            </a:r>
            <a:endParaRPr lang="en-US" sz="1000" dirty="0"/>
          </a:p>
        </p:txBody>
      </p:sp>
      <p:sp>
        <p:nvSpPr>
          <p:cNvPr id="30" name="Shape 20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31" name="Text 21"/>
          <p:cNvSpPr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bloquo.io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node/.openclaw/workspace/brand-kit/illustrations/bg-grid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/tmp/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"/>
            <a:ext cx="1645920" cy="3200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9144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Substituto de Dev Júnior</a:t>
            </a:r>
            <a:endParaRPr lang="en-US" sz="3400" dirty="0"/>
          </a:p>
        </p:txBody>
      </p:sp>
      <p:sp>
        <p:nvSpPr>
          <p:cNvPr id="5" name="Shape 1"/>
          <p:cNvSpPr/>
          <p:nvPr/>
        </p:nvSpPr>
        <p:spPr>
          <a:xfrm>
            <a:off x="548640" y="1554480"/>
            <a:ext cx="914400" cy="54864"/>
          </a:xfrm>
          <a:prstGeom prst="rect">
            <a:avLst/>
          </a:prstGeom>
          <a:solidFill>
            <a:srgbClr val="0055FF"/>
          </a:solidFill>
          <a:ln w="12700">
            <a:solidFill>
              <a:srgbClr val="0055FF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548640" y="1828800"/>
            <a:ext cx="3291840" cy="1417320"/>
          </a:xfrm>
          <a:prstGeom prst="rect">
            <a:avLst/>
          </a:prstGeom>
          <a:solidFill>
            <a:srgbClr val="1A2D4E"/>
          </a:solidFill>
          <a:ln w="12700">
            <a:solidFill>
              <a:srgbClr val="0055FF"/>
            </a:solidFill>
            <a:prstDash val="solid"/>
          </a:ln>
        </p:spPr>
      </p:sp>
      <p:pic>
        <p:nvPicPr>
          <p:cNvPr id="7" name="Image 2" descr="/home/node/.openclaw/workspace/brand-kit/icons/settings-accent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11680"/>
            <a:ext cx="365760" cy="3657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188720" y="199339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Scripts &amp; Automações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731520" y="2395728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CA0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Python, Node.js, Bash — cria scripts de automação para tarefas repetitivas, integrações e pipelines</a:t>
            </a:r>
            <a:endParaRPr lang="en-US" sz="1000" dirty="0"/>
          </a:p>
        </p:txBody>
      </p:sp>
      <p:sp>
        <p:nvSpPr>
          <p:cNvPr id="10" name="Shape 5"/>
          <p:cNvSpPr/>
          <p:nvPr/>
        </p:nvSpPr>
        <p:spPr>
          <a:xfrm>
            <a:off x="4114800" y="1828800"/>
            <a:ext cx="3291840" cy="1417320"/>
          </a:xfrm>
          <a:prstGeom prst="rect">
            <a:avLst/>
          </a:prstGeom>
          <a:solidFill>
            <a:srgbClr val="1A2D4E"/>
          </a:solidFill>
          <a:ln w="12700">
            <a:solidFill>
              <a:srgbClr val="0055FF"/>
            </a:solidFill>
            <a:prstDash val="solid"/>
          </a:ln>
        </p:spPr>
      </p:sp>
      <p:pic>
        <p:nvPicPr>
          <p:cNvPr id="11" name="Image 3" descr="/home/node/.openclaw/workspace/brand-kit/icons/link-accent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2011680"/>
            <a:ext cx="365760" cy="36576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754880" y="199339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Integrações de API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4297680" y="2395728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CA0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 sistemas via REST/webhooks: já integrei M365 Graph, LinkedIn API, GitHub, Azure DevOps e mais</a:t>
            </a:r>
            <a:endParaRPr lang="en-US" sz="1000" dirty="0"/>
          </a:p>
        </p:txBody>
      </p:sp>
      <p:sp>
        <p:nvSpPr>
          <p:cNvPr id="14" name="Shape 8"/>
          <p:cNvSpPr/>
          <p:nvPr/>
        </p:nvSpPr>
        <p:spPr>
          <a:xfrm>
            <a:off x="7680960" y="1828800"/>
            <a:ext cx="3291840" cy="1417320"/>
          </a:xfrm>
          <a:prstGeom prst="rect">
            <a:avLst/>
          </a:prstGeom>
          <a:solidFill>
            <a:srgbClr val="1A2D4E"/>
          </a:solidFill>
          <a:ln w="12700">
            <a:solidFill>
              <a:srgbClr val="0055FF"/>
            </a:solidFill>
            <a:prstDash val="solid"/>
          </a:ln>
        </p:spPr>
      </p:sp>
      <p:pic>
        <p:nvPicPr>
          <p:cNvPr id="15" name="Image 4" descr="/home/node/.openclaw/workspace/brand-kit/icons/layers-accent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2011680"/>
            <a:ext cx="365760" cy="36576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321040" y="199339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de Código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7863840" y="2395728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CA0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Escreve, revisa e documenta código. Útil para prototipagem, MVPs, componentes e boilerplates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548640" y="3429000"/>
            <a:ext cx="3291840" cy="1417320"/>
          </a:xfrm>
          <a:prstGeom prst="rect">
            <a:avLst/>
          </a:prstGeom>
          <a:solidFill>
            <a:srgbClr val="1A2D4E"/>
          </a:solidFill>
          <a:ln w="12700">
            <a:solidFill>
              <a:srgbClr val="0055FF"/>
            </a:solidFill>
            <a:prstDash val="solid"/>
          </a:ln>
        </p:spPr>
      </p:sp>
      <p:pic>
        <p:nvPicPr>
          <p:cNvPr id="19" name="Image 5" descr="/home/node/.openclaw/workspace/brand-kit/icons/database-accentBlu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611880"/>
            <a:ext cx="365760" cy="36576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188720" y="359359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&amp; Relatórios</a:t>
            </a:r>
            <a:endParaRPr lang="en-US" sz="1200" dirty="0"/>
          </a:p>
        </p:txBody>
      </p:sp>
      <p:sp>
        <p:nvSpPr>
          <p:cNvPr id="21" name="Text 13"/>
          <p:cNvSpPr/>
          <p:nvPr/>
        </p:nvSpPr>
        <p:spPr>
          <a:xfrm>
            <a:off x="731520" y="3995928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CA0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Processa CSVs, JSONs, queries SQL simples — transforma dados brutos em relatórios organizados</a:t>
            </a:r>
            <a:endParaRPr lang="en-US" sz="1000" dirty="0"/>
          </a:p>
        </p:txBody>
      </p:sp>
      <p:sp>
        <p:nvSpPr>
          <p:cNvPr id="22" name="Shape 14"/>
          <p:cNvSpPr/>
          <p:nvPr/>
        </p:nvSpPr>
        <p:spPr>
          <a:xfrm>
            <a:off x="4114800" y="3429000"/>
            <a:ext cx="3291840" cy="1417320"/>
          </a:xfrm>
          <a:prstGeom prst="rect">
            <a:avLst/>
          </a:prstGeom>
          <a:solidFill>
            <a:srgbClr val="1A2D4E"/>
          </a:solidFill>
          <a:ln w="12700">
            <a:solidFill>
              <a:srgbClr val="0055FF"/>
            </a:solidFill>
            <a:prstDash val="solid"/>
          </a:ln>
        </p:spPr>
      </p:sp>
      <p:pic>
        <p:nvPicPr>
          <p:cNvPr id="23" name="Image 6" descr="/home/node/.openclaw/workspace/brand-kit/icons/file-text-accentBlu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7680" y="3611880"/>
            <a:ext cx="365760" cy="36576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4754880" y="359359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Documentação Técnica</a:t>
            </a:r>
            <a:endParaRPr lang="en-US" sz="1200" dirty="0"/>
          </a:p>
        </p:txBody>
      </p:sp>
      <p:sp>
        <p:nvSpPr>
          <p:cNvPr id="25" name="Text 16"/>
          <p:cNvSpPr/>
          <p:nvPr/>
        </p:nvSpPr>
        <p:spPr>
          <a:xfrm>
            <a:off x="4297680" y="3995928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CA0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READMEs, changelogs, guias de API, wikis internas — escreve e mantém docs que ninguém quer fazer</a:t>
            </a:r>
            <a:endParaRPr lang="en-US" sz="1000" dirty="0"/>
          </a:p>
        </p:txBody>
      </p:sp>
      <p:sp>
        <p:nvSpPr>
          <p:cNvPr id="26" name="Shape 17"/>
          <p:cNvSpPr/>
          <p:nvPr/>
        </p:nvSpPr>
        <p:spPr>
          <a:xfrm>
            <a:off x="7680960" y="3429000"/>
            <a:ext cx="3291840" cy="1417320"/>
          </a:xfrm>
          <a:prstGeom prst="rect">
            <a:avLst/>
          </a:prstGeom>
          <a:solidFill>
            <a:srgbClr val="1A2D4E"/>
          </a:solidFill>
          <a:ln w="12700">
            <a:solidFill>
              <a:srgbClr val="0055FF"/>
            </a:solidFill>
            <a:prstDash val="solid"/>
          </a:ln>
        </p:spPr>
      </p:sp>
      <p:pic>
        <p:nvPicPr>
          <p:cNvPr id="27" name="Image 7" descr="/home/node/.openclaw/workspace/brand-kit/icons/cpu-accentBlu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3840" y="3611880"/>
            <a:ext cx="365760" cy="36576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8321040" y="359359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&amp; DevOps Leve</a:t>
            </a:r>
            <a:endParaRPr lang="en-US" sz="1200" dirty="0"/>
          </a:p>
        </p:txBody>
      </p:sp>
      <p:sp>
        <p:nvSpPr>
          <p:cNvPr id="29" name="Text 19"/>
          <p:cNvSpPr/>
          <p:nvPr/>
        </p:nvSpPr>
        <p:spPr>
          <a:xfrm>
            <a:off x="7863840" y="3995928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CA0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simples, configs Docker, scripts de deploy — nível júnior, entregue em minutos</a:t>
            </a:r>
            <a:endParaRPr lang="en-US" sz="1000" dirty="0"/>
          </a:p>
        </p:txBody>
      </p:sp>
      <p:sp>
        <p:nvSpPr>
          <p:cNvPr id="30" name="Shape 20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31" name="Text 21"/>
          <p:cNvSpPr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bloquo.io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node/.openclaw/workspace/brand-kit/illustrations/bg-light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/tmp/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"/>
            <a:ext cx="1645920" cy="3200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9144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34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muda na prática</a:t>
            </a:r>
            <a:endParaRPr lang="en-US" sz="3400" dirty="0"/>
          </a:p>
        </p:txBody>
      </p:sp>
      <p:sp>
        <p:nvSpPr>
          <p:cNvPr id="5" name="Shape 1"/>
          <p:cNvSpPr/>
          <p:nvPr/>
        </p:nvSpPr>
        <p:spPr>
          <a:xfrm>
            <a:off x="548640" y="1554480"/>
            <a:ext cx="914400" cy="54864"/>
          </a:xfrm>
          <a:prstGeom prst="rect">
            <a:avLst/>
          </a:prstGeom>
          <a:solidFill>
            <a:srgbClr val="0055FF"/>
          </a:solidFill>
          <a:ln w="12700">
            <a:solidFill>
              <a:srgbClr val="0055FF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4114800"/>
        </p:xfrm>
        <a:graphic>
          <a:graphicData uri="http://schemas.openxmlformats.org/drawingml/2006/table">
            <a:tbl>
              <a:tblPr/>
              <a:tblGrid>
                <a:gridCol w="2560320"/>
                <a:gridCol w="4251960"/>
                <a:gridCol w="4251960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343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👤 Humano Júnior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🤖 Claudete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43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 mensal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43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R$ 3.000–5.000 + encargos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43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Incluso na assinatura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43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Tempo de onboarding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43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2–4 semanas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43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dias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43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Disponibilidade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43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8h/dia, 5 dias/semana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43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24/7, sem fila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43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Idiomas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43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Geralmente 1–2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43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PT, EN + outros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43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Revisões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43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 negociação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43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Ilimitadas, na hora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43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Memória de contexto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43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Depende de documentação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43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MEMORY.md sempre atualizado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E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7" name="Shap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8" name="Text 3"/>
          <p:cNvSpPr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bloquo.io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node/.openclaw/workspace/brand-kit/illustrations/bg-accent-wa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/tmp/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"/>
            <a:ext cx="2011680" cy="3931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1645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substituo o time.</a:t>
            </a:r>
            <a:endParaRPr lang="en-US" sz="4200" dirty="0"/>
          </a:p>
        </p:txBody>
      </p:sp>
      <p:sp>
        <p:nvSpPr>
          <p:cNvPr id="5" name="Text 1"/>
          <p:cNvSpPr/>
          <p:nvPr/>
        </p:nvSpPr>
        <p:spPr>
          <a:xfrm>
            <a:off x="548640" y="23317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A8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Multiplico o que ele consegue entregar.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548640" y="3291840"/>
            <a:ext cx="3383280" cy="2194560"/>
          </a:xfrm>
          <a:prstGeom prst="rect">
            <a:avLst/>
          </a:prstGeom>
          <a:solidFill>
            <a:srgbClr val="162456">
              <a:alpha val="70000"/>
            </a:srgbClr>
          </a:solidFill>
          <a:ln w="12700">
            <a:solidFill>
              <a:srgbClr val="0055FF"/>
            </a:solidFill>
            <a:prstDash val="solid"/>
          </a:ln>
        </p:spPr>
      </p:sp>
      <p:pic>
        <p:nvPicPr>
          <p:cNvPr id="7" name="Image 2" descr="/home/node/.openclaw/workspace/brand-kit/icons/zap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474720"/>
            <a:ext cx="457200" cy="4572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325880" y="342900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10x</a:t>
            </a:r>
            <a:endParaRPr lang="en-US" sz="4000" dirty="0"/>
          </a:p>
        </p:txBody>
      </p:sp>
      <p:sp>
        <p:nvSpPr>
          <p:cNvPr id="9" name="Text 4"/>
          <p:cNvSpPr/>
          <p:nvPr/>
        </p:nvSpPr>
        <p:spPr>
          <a:xfrm>
            <a:off x="731520" y="406908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CA0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rápido em tarefas de texto e código</a:t>
            </a:r>
            <a:endParaRPr lang="en-US" sz="1200" dirty="0"/>
          </a:p>
        </p:txBody>
      </p:sp>
      <p:sp>
        <p:nvSpPr>
          <p:cNvPr id="10" name="Shape 5"/>
          <p:cNvSpPr/>
          <p:nvPr/>
        </p:nvSpPr>
        <p:spPr>
          <a:xfrm>
            <a:off x="4297680" y="3291840"/>
            <a:ext cx="3383280" cy="2194560"/>
          </a:xfrm>
          <a:prstGeom prst="rect">
            <a:avLst/>
          </a:prstGeom>
          <a:solidFill>
            <a:srgbClr val="162456">
              <a:alpha val="70000"/>
            </a:srgbClr>
          </a:solidFill>
          <a:ln w="12700">
            <a:solidFill>
              <a:srgbClr val="0055FF"/>
            </a:solidFill>
            <a:prstDash val="solid"/>
          </a:ln>
        </p:spPr>
      </p:sp>
      <p:pic>
        <p:nvPicPr>
          <p:cNvPr id="11" name="Image 3" descr="/home/node/.openclaw/workspace/brand-kit/icons/clock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3474720"/>
            <a:ext cx="457200" cy="4572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074920" y="342900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</a:t>
            </a:r>
            <a:endParaRPr lang="en-US" sz="4000" dirty="0"/>
          </a:p>
        </p:txBody>
      </p:sp>
      <p:sp>
        <p:nvSpPr>
          <p:cNvPr id="13" name="Text 7"/>
          <p:cNvSpPr/>
          <p:nvPr/>
        </p:nvSpPr>
        <p:spPr>
          <a:xfrm>
            <a:off x="4480560" y="406908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CA0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disponível sem custo extra de hora extra</a:t>
            </a:r>
            <a:endParaRPr lang="en-US" sz="1200" dirty="0"/>
          </a:p>
        </p:txBody>
      </p:sp>
      <p:sp>
        <p:nvSpPr>
          <p:cNvPr id="14" name="Shape 8"/>
          <p:cNvSpPr/>
          <p:nvPr/>
        </p:nvSpPr>
        <p:spPr>
          <a:xfrm>
            <a:off x="8046720" y="3291840"/>
            <a:ext cx="3383280" cy="2194560"/>
          </a:xfrm>
          <a:prstGeom prst="rect">
            <a:avLst/>
          </a:prstGeom>
          <a:solidFill>
            <a:srgbClr val="162456">
              <a:alpha val="70000"/>
            </a:srgbClr>
          </a:solidFill>
          <a:ln w="12700">
            <a:solidFill>
              <a:srgbClr val="0055FF"/>
            </a:solidFill>
            <a:prstDash val="solid"/>
          </a:ln>
        </p:spPr>
      </p:sp>
      <p:pic>
        <p:nvPicPr>
          <p:cNvPr id="15" name="Image 4" descr="/home/node/.openclaw/workspace/brand-kit/icons/trending-up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3474720"/>
            <a:ext cx="457200" cy="4572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823960" y="342900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000" dirty="0"/>
          </a:p>
        </p:txBody>
      </p:sp>
      <p:sp>
        <p:nvSpPr>
          <p:cNvPr id="17" name="Text 10"/>
          <p:cNvSpPr/>
          <p:nvPr/>
        </p:nvSpPr>
        <p:spPr>
          <a:xfrm>
            <a:off x="8229600" y="406908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CA0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dias de onboarding — já sei quem somos</a:t>
            </a:r>
            <a:endParaRPr lang="en-US" sz="1200" dirty="0"/>
          </a:p>
        </p:txBody>
      </p:sp>
      <p:sp>
        <p:nvSpPr>
          <p:cNvPr id="18" name="Shape 1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19" name="Text 12"/>
          <p:cNvSpPr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bloquo.io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Claudete — O que eu faço por você</dc:title>
  <dc:subject>PptxGenJS Presentation</dc:subject>
  <dc:creator>Claudete</dc:creator>
  <cp:lastModifiedBy>Claudete</cp:lastModifiedBy>
  <cp:revision>1</cp:revision>
  <dcterms:created xsi:type="dcterms:W3CDTF">2026-04-10T12:02:10Z</dcterms:created>
  <dcterms:modified xsi:type="dcterms:W3CDTF">2026-04-10T12:02:10Z</dcterms:modified>
</cp:coreProperties>
</file>